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985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456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561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24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846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04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02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53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313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550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7587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635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663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97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420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761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67694-278E-4CCE-8094-D0C4606672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8DF974D-4595-41AB-B5C0-63C6DF933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96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LINUX INSTALATION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33227183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1430000" cy="6936058"/>
          </a:xfrm>
        </p:spPr>
        <p:txBody>
          <a:bodyPr/>
          <a:lstStyle/>
          <a:p>
            <a:r>
              <a:rPr lang="en-US" dirty="0" err="1" smtClean="0"/>
              <a:t>Firstly,we</a:t>
            </a:r>
            <a:r>
              <a:rPr lang="en-US" dirty="0" smtClean="0"/>
              <a:t> have to insert </a:t>
            </a:r>
            <a:r>
              <a:rPr lang="en-US" dirty="0" err="1" smtClean="0"/>
              <a:t>pendrive</a:t>
            </a:r>
            <a:r>
              <a:rPr lang="en-US" dirty="0" smtClean="0"/>
              <a:t> in the CPU</a:t>
            </a:r>
          </a:p>
          <a:p>
            <a:r>
              <a:rPr lang="en-US" dirty="0" smtClean="0"/>
              <a:t>Press the F12/F10 to restart the computer</a:t>
            </a:r>
          </a:p>
          <a:p>
            <a:r>
              <a:rPr lang="en-US" dirty="0" smtClean="0"/>
              <a:t>And select USB </a:t>
            </a:r>
          </a:p>
          <a:p>
            <a:r>
              <a:rPr lang="en-US" dirty="0" smtClean="0"/>
              <a:t>Select the language enter in the system</a:t>
            </a:r>
            <a:endParaRPr lang="en-IN" dirty="0"/>
          </a:p>
          <a:p>
            <a:r>
              <a:rPr lang="en-US" dirty="0" smtClean="0"/>
              <a:t>Press the I don’t have product key </a:t>
            </a:r>
          </a:p>
          <a:p>
            <a:r>
              <a:rPr lang="en-US" dirty="0" smtClean="0"/>
              <a:t>Press Install now </a:t>
            </a:r>
          </a:p>
          <a:p>
            <a:r>
              <a:rPr lang="en-US" dirty="0" smtClean="0"/>
              <a:t>We have to enter password and user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113807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3248" y="301083"/>
            <a:ext cx="9634654" cy="5452946"/>
          </a:xfrm>
        </p:spPr>
        <p:txBody>
          <a:bodyPr>
            <a:normAutofit/>
          </a:bodyPr>
          <a:lstStyle/>
          <a:p>
            <a:pPr algn="ctr"/>
            <a:endParaRPr lang="en-US" sz="4400" dirty="0" smtClean="0"/>
          </a:p>
          <a:p>
            <a:pPr algn="ctr"/>
            <a:endParaRPr lang="en-US" sz="4400" dirty="0"/>
          </a:p>
          <a:p>
            <a:pPr algn="ctr"/>
            <a:r>
              <a:rPr lang="en-US" sz="4400" dirty="0" smtClean="0"/>
              <a:t>Thank you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0401418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47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</vt:lpstr>
      <vt:lpstr>LINUX INSTALATION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INSTALATION</dc:title>
  <dc:creator>GVPW</dc:creator>
  <cp:lastModifiedBy>GVPW</cp:lastModifiedBy>
  <cp:revision>2</cp:revision>
  <dcterms:created xsi:type="dcterms:W3CDTF">2025-11-19T09:02:01Z</dcterms:created>
  <dcterms:modified xsi:type="dcterms:W3CDTF">2025-11-19T09:15:32Z</dcterms:modified>
</cp:coreProperties>
</file>